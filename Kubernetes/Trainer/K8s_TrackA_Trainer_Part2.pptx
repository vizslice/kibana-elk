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2F5B6-7803-4D00-8A49-AE80BABC2E65}" type="datetimeFigureOut">
              <a:t>14/07/2026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676C9-CBDD-4272-A9C7-0A16E2E2B82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75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10:22 (after break)
Say: 'Welcome back. Your break task was to verify kubectl get nodes works. If anyone is still stuck, let's fix it now before we continue — everything else today requires a working cluster.'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10:22 – 10:34  (12 min)
Docker bridge: 'Yesterday a container was your smallest unit. In Kubernetes, a Pod is your smallest unit. For today's training, think of Pod = container. One Pod, one container. The sidecar pattern is advanced — mention it exists but don't go deep.'
Ephemeral is the KEY concept: 'A Pod is not permanent. Kubernetes creates them, kills them, replaces them — constantly. If you kill a Pod manually, the Deployment just creates a new one. Do not think of a Pod like a virtual machine. Think of it like a disposable container.'
One IP per Pod: 'Each Pod gets its own IP inside the cluster. Containers within the same Pod communicate via localhost — as if they are on the same machine.'
Common question: 'Can I SSH into a Pod?' Answer: Yes — kubectl exec -it &lt;pod-name&gt; -- bash. Show this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10:34 – 10:46  (12 min)
LIVE DEMO — type this YAML in an editor on screen share and run it.
KEY YAML concepts to explain:
1. YAML is whitespace-sensitive. Indentation = structure. Two spaces per level — never tabs.
2. Every K8s manifest has 4 required top-level fields: apiVersion, kind, metadata, spec.
3. kind + apiVersion tells Kubernetes what type of object this is.
After applying: kubectl get pods → shows my-nginx-pod Running
kubectl describe pod my-nginx-pod → shows events, status, IP
kubectl logs my-nginx-pod → shows nginx startup logs
Common YAML mistake: tabs instead of spaces. If kubectl apply throws 'yaml: line X: found character that cannot start any token' — it is almost always a tab.
Demonstrate: kubectl delete pod my-nginx-pod
Then: kubectl get pods → pod is gone permanently.
Point: 'This is why we don't manage Pods directly. Next we look at Deployments — which recreate the Pod automatically if it gets deleted.'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10:46
Say: 'You saw that if you delete a Pod manually, it is gone. A Deployment solves this — it continuously watches how many Pods should be running and makes sure that number is always maintained. Delete one Pod — Deployment creates a new one within seconds.'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10:46 – 10:58  (12 min)
ReplicaSet: 'You will rarely interact with ReplicaSets directly — the Deployment manages them. Just know they exist as the layer between Deployment and Pods.'
SELF-HEALING DEMO — do this live:
1. kubectl get pods   (show 3 pods running)
2. kubectl delete pod &lt;pod-name&gt;   (delete one)
3. kubectl get pods immediately   (new pod already appearing, old one Terminating)
4. Wait 5 seconds, run again   (3 pods running again)
Say: 'That Pod was replaced automatically in under 10 seconds. Nobody was paged. Nobody woke up. The Deployment noticed one Pod was missing and created a replacement immediately. This is production-grade reliability.'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10:58 – 11:10  (12 min)
LIVE DEMO — type this YAML and apply it:
kubectl apply -f deployment.yaml
kubectl get deployments
kubectl get pods   (shows 3 pods)
Selector matching is the most confusing concept here. Explain carefully:
'The selector says: I own any Pod with label app=nginx. The template says: create Pods with label app=nginx. These must match — otherwise the Deployment cannot find its own Pods.'
Common mistake: changing the label in template but not in selector. The Deployment then creates new Pods but cannot count the old ones — ends up with too many Pods running.
Scaling demo:
kubectl scale deployment nginx-deployment --replicas=5
kubectl get pods   (5 pods now)
kubectl scale deployment nginx-deployment --replicas=2
kubectl get pods   (back to 2, extras terminated)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11:10 – 11:22  (12 min)
SCALING DEMO:
kubectl scale deployment nginx-deployment --replicas=5
kubectl get pods -w   (watch them appear)
ROLLING UPDATE DEMO:
kubectl set image deployment/nginx-deployment nginx=nginx:1.25
kubectl rollout status deployment/nginx-deployment
kubectl get pods   (new pods replacing old ones one at a time)
ROLLBACK DEMO — this is the most impressive part:
kubectl set image deployment/nginx-deployment nginx=nginx:broken-image-that-doesnt-exist
kubectl rollout status   (shows Waiting for rollout)
kubectl rollout undo deployment/nginx-deployment
kubectl get pods   (back to working version)
Say: 'You just deployed a bad version and rolled back in under 30 seconds. In traditional deployments, that rollback might take 20 minutes and a 3am phone call.'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11:22
Say: 'You have Pods running and Deployments keeping them healthy. But right now, nobody can reach them from outside the cluster. Pods have internal IPs that change every time they restart. A Service gives your application a stable address and handles load balancing automatically.'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11:22 – 11:34  (12 min)
Docker bridge: 'Yesterday you used -p 8080:80 to expose a container port. A Service does exactly the same thing but for Pods — and it works across all nodes and load balances automatically.'
For this training (minikube) use NodePort — LoadBalancer does not provision a real load balancer in minikube.
For cloud clusters: use LoadBalancer — it automatically provisions an external IP.
ClusterIP is the default and most common. Most services inside a cluster just need ClusterIP — they communicate with each other internally.
LoadBalancer: point out that on AWS/GCP/Azure, this automatically provisions an AWS ELB or GCP Load Balancer and gives you a real public IP. Very powerful with one YAML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11:34 – 11:46  (12 min)
LIVE DEMO:
kubectl apply -f service.yaml
kubectl get services   (shows nginx-service with NodePort 30080)
minikube service nginx-service --url   (gets the URL for minikube)
Open browser at that URL   (nginx welcome page loads)
Selector connection: 'Notice the selector says app: nginx. Our Deployment creates Pods with label app: nginx. The Service finds those Pods automatically by label. This is how Kubernetes wires everything together — labels and selectors.'
Port mapping explanation:
port: 80        → cluster-internal port (for Pod-to-Pod)
targetPort: 80  → port on the Pod container
nodePort: 30080 → port on the Node for external access
For minikube specifically: minikube service &lt;name&gt; --url gives you the right address to use in the browser since minikube uses a VM with its own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11:46 – 11:55  (9 min)
This slide is the 'aha' moment for how Kubernetes works.
Say: 'Everything in Kubernetes is connected by labels. The Deployment says: I own Pods with label app=nginx. The Service says: I route to Pods with label app=nginx. The Pod has that label. So: Deployment manages it, Service routes to it. Change the label in one place and the connection breaks.'
Common question: 'What if I have two Deployments with the same label?' Answer: the Service would load balance across Pods from BOTH Deployments. Sometimes intentional, usually a bug. Labels must be specific enough to be unique.
LUNCH: 12:00 – 13:00
During lunch: ensure cluster is still running with kubectl get nodes.
Prepare the lab YAML files if not already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11:55 – 12:00  (5 min)
Quick close before lunch. Tell the no-label-match story:
'You deploy your app. kubectl get pods shows everything Running. But the website is down. You check the Service — looks fine. You check the Deployment — looks fine. After 20 minutes you spot it: the Service selector says app: my-nginx but the Deployment label says app: nginx. One word difference. The Service found zero Pods and was sending traffic nowhere. No error anywhere. This is one of the most common Kubernetes mistakes.'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12:00
Say: 'After lunch we do two things: learn the kubectl commands you need every day, then spend 3 hours building and deploying a real application. Everything you deploy in the lab uses what you learned this morning.'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26CE5">
              <a:alpha val="10000"/>
            </a:srgbClr>
          </a:solidFill>
          <a:ln w="12700">
            <a:solidFill>
              <a:srgbClr val="326CE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deployable unit in Kubernetes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POD?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Pods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Pod is the smallest deployable unit in Kubernetes. It wraps one or more containers that share the same network and storage — and always run on the same node.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160520" cy="2907792"/>
          </a:xfrm>
          <a:prstGeom prst="roundRect">
            <a:avLst>
              <a:gd name="adj" fmla="val 3145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☸️  Pod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212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network (same IP)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166420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0DB7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257860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6928" y="29718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49300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95728" y="2487168"/>
            <a:ext cx="166420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95728" y="257860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395728" y="29718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95728" y="349300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(optional)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4133088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Volume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One IP per Pod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18888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containers in a Pod share the same IP address and communicate via localhost.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56032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18888" y="2615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Ephemeral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18888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are temporary — they are created, destroyed and replaced. Never update a Pod directly.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29184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Usually One Container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18888" y="3621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practice, most Pods run one main container. Sidecars are an advanced pattern.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402336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18888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Managed by Deployments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18888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rarely create Pods directly. A Deployment creates and manages them for you.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03: Pods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 POD — YAML MANIFEST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Pods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475488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896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In Kubernetes, everything is defined in YAML files called manifests. You describe what you WANT — Kubernetes makes it happen.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51790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pod.yaml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95224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Pod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14884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34543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my-nginx-pod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54203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73862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93522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13182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32841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nginx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52501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nginx:alpine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72160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91820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containerPort: 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431139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with: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450799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kubectl apply -f pod.yaml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96128" y="1444752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61888" y="1444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apiVersion: v1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61888" y="1682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Kubernetes API version to use. Pods use v1.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96128" y="182880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61888" y="1828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kind: Pod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2066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type of object. Pod, Deployment, Service etc.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96128" y="2212848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61888" y="2212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metadata.name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61888" y="2450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name for this Pod in the namespace.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96128" y="2596896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61888" y="25968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61888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Key-value tags. Services use labels to find Pods.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96128" y="2980944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61888" y="29809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spec.containers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61888" y="3218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containers. Usually just one.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96128" y="3364992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61888" y="33649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nginx:alpine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61888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Docker image to run. Same image from yesterday.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96128" y="374904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6128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61888" y="3749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containerPort: 80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61888" y="3986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the port. Does NOT expose it externally.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03: Pods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26CE5">
              <a:alpha val="10000"/>
            </a:srgbClr>
          </a:solidFill>
          <a:ln w="12700">
            <a:solidFill>
              <a:srgbClr val="326CE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Pods at scale with self-healing and rolling updates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DEPLOYMENT?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Deployments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Deployment tells Kubernetes: 'I want N copies of this container running at all times.' Kubernetes ensures that exact number is always maintained — restarting, replacing and scheduling Pods automatically.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26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 →  ReplicaSet  →  Pods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377440" cy="2331720"/>
          </a:xfrm>
          <a:prstGeom prst="roundRect">
            <a:avLst>
              <a:gd name="adj" fmla="val 3922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331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6700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WHAT to 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MANY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09067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nginx:alpine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strategy: RollingUpdate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61488" y="3182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91840" y="2240280"/>
            <a:ext cx="2377440" cy="2331720"/>
          </a:xfrm>
          <a:prstGeom prst="roundRect">
            <a:avLst>
              <a:gd name="adj" fmla="val 3922"/>
            </a:avLst>
          </a:prstGeom>
          <a:solidFill>
            <a:srgbClr val="EFF6FF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47288" y="2331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ReplicaSet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26700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correct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Pods running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47288" y="31272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(managed automatically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Deployment)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33288" y="3182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63640" y="2240280"/>
            <a:ext cx="2377440" cy="2331720"/>
          </a:xfrm>
          <a:prstGeom prst="roundRect">
            <a:avLst>
              <a:gd name="adj" fmla="val 3922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19088" y="2331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3 × Pod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19088" y="2670048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19088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 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19088" y="3236976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19088" y="323697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 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9088" y="3803904"/>
            <a:ext cx="1874520" cy="475488"/>
          </a:xfrm>
          <a:prstGeom prst="roundRect">
            <a:avLst>
              <a:gd name="adj" fmla="val 1923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19088" y="38039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3 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  —  Self-healing demo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029200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delete pod &lt;name&gt;  →  immediately run kubectl get pods  →  new Pod already being created. Takes 3-5 seconds. This is the 'wow moment' for self-healing.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04: Deployments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YAML MANIFEST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Deployments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4183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deployment.yaml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17957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37617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76936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nginx-deployment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6596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16255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35915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55574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75234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nginx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94894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14553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34213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labels: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53872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app: nginx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73532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393192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412851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nginx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" y="432511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nginx:alpine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452170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71830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containerPort: 80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96128" y="86868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868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61888" y="868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kind: Deployment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61888" y="11064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Pod this time — a Deployment object.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96128" y="146304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61888" y="1463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replicas: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61888" y="17007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identical Pods to keep running always.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96128" y="205740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61888" y="2057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selector.matchLabels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61888" y="22951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the Deployment which Pods it owns — must match the template labels.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96128" y="265176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96128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61888" y="2651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61888" y="2889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 definition inside the Deployment. Same structure as a Pod manifest.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96128" y="324612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96128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61888" y="3246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labels: app: nginx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61888" y="34838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on the Pod — must match the selector above.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96128" y="384048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96128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61888" y="3840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nginx:alpine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61888" y="4078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Docker image. Built with Docker. Deployed with K8s.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04: Deployments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&amp; ROLLING UPDATES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Deployments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3533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deployment nginx-deployment --replicas=5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 to 5 Pods instantly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011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deployment nginx-deployment --replicas=2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2677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down to 2 Pods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6700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9260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Pods being created/terminated in real time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291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Updates — Zero Downtime Deployments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67588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67588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v1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×3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11096" y="391363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075688" y="367588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75688" y="367588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starts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66744" y="391363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31336" y="367588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31336" y="367588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v1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stops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22392" y="391363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86984" y="367588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86984" y="367588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done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3913632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42632" y="367588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42632" y="3675888"/>
            <a:ext cx="1572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×3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" y="4608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image deployment/nginx-deployment nginx=nginx:1.25   # triggers rolling update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04: Deployments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26CE5">
              <a:alpha val="10000"/>
            </a:srgbClr>
          </a:solidFill>
          <a:ln w="12700">
            <a:solidFill>
              <a:srgbClr val="326CE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Exposing your application to the world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SERVICE?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Services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Service gives your Pods a stable network address and automatically load balances traffic across all healthy Pods — even as Pods are created and destroyed.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Service — the problem: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2128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IPs change every time a Pod restarts. If you hardcode 10.0.0.5 to reach your app, that IP becomes invalid the moment Kubernetes replaces the Pod. You need a stable address that always works.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Types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91840"/>
            <a:ext cx="8503920" cy="457200"/>
          </a:xfrm>
          <a:prstGeom prst="roundRect">
            <a:avLst>
              <a:gd name="adj" fmla="val 20000"/>
            </a:avLst>
          </a:prstGeom>
          <a:solidFill>
            <a:srgbClr val="E8EFFE"/>
          </a:solidFill>
          <a:ln w="12700">
            <a:solidFill>
              <a:srgbClr val="A5B4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64992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64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3346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334670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only. Pods can reach each other inside the cluster. Not accessible from outside.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8503920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77056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770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8308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385876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the app on a port on every node. Accessible from outside using NodeIP:Port.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315968"/>
            <a:ext cx="8503920" cy="4572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3891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89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8308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LoadBalancer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94760" y="437083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 a cloud load balancer (AWS ELB, GCP LB). Gives you a public IP automatically.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Services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YAML MANIFEST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Services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4183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service.yaml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17957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37617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76936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nginx-service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6596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16255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NodePort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35915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555748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75234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94894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port: 80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145536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targetPort: 80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34213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nodePort: 30080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735324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 at: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931920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http://&lt;node-ip&gt;:30080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96128" y="86868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868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61888" y="868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kind: Service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61888" y="11064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Service object — different from a Pod or Deployment.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96128" y="146304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61888" y="1463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NodePort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61888" y="17007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on every node's IP at a fixed port (30000-32767).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96128" y="205740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61888" y="2057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selector: app: nginx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61888" y="22951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Pods with this label. Same label as our Deployment template.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96128" y="265176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61888" y="2651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port: 80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61888" y="2889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 the Service listens on inside the cluster.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96128" y="324612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96128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61888" y="3246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targetPort: 80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61888" y="34838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 on the Pod to forward traffic to.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96128" y="3840480"/>
            <a:ext cx="292608" cy="29260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61888" y="3840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nodePort: 30080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61888" y="4078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port on the node. Access at NodeIP:30080.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Services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LABELS CONNECT EVERYTHING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Services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8961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Labels are the glue in Kubernetes. Deployments find their Pods by label. Services find their Pods by label. If labels don't match, nothing connects.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E8EF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1664208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66420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057400"/>
            <a:ext cx="2487168" cy="2542032"/>
          </a:xfrm>
          <a:prstGeom prst="roundRect">
            <a:avLst>
              <a:gd name="adj" fmla="val 367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" y="2148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2404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matchLabels: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26609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" y="29169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" y="3172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" y="34290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metadata: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" y="36850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" y="39410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nginx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44952" y="290779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72968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82696" y="1664208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166420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(created by Deployment)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82696" y="2057400"/>
            <a:ext cx="2487168" cy="2542032"/>
          </a:xfrm>
          <a:prstGeom prst="roundRect">
            <a:avLst>
              <a:gd name="adj" fmla="val 367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74136" y="2148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74136" y="2404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74136" y="26609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74136" y="29169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74136" y="3172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Pod gets this label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74136" y="34290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automatically from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74136" y="36850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template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97880" y="2907792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25896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35624" y="1664208"/>
            <a:ext cx="2487168" cy="329184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5624" y="166420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35624" y="2057400"/>
            <a:ext cx="2487168" cy="2542032"/>
          </a:xfrm>
          <a:prstGeom prst="roundRect">
            <a:avLst>
              <a:gd name="adj" fmla="val 367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27064" y="2148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27064" y="2404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27064" y="26609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nginx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27064" y="29169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27064" y="3172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Finds ALL pods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27064" y="34290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app=nginx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27064" y="36850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load balances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05: Services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PODS, DEPLOYMENTS, SERVICES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03–05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Never create Pods directly — always use a Deployment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standalone Pod is not restarted if it crashes or the node fails. A Deployment automatically replaces it. In production, every workload should be managed by a Deployment.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Always use specific image tags — never :latest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Deployment uses nginx:latest, a node restart may pull a different version than other nodes. Use nginx:1.25.3 so every Pod runs exactly the same image.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Labels must be consistent across Deployment and 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51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selector in your Service must match the labels in your Deployment template. A mismatch means the Service cannot find any Pods and traffic goes nowhere — with no error message.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Sections 03–05: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 — KUBECTL &amp; THE LAB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understand the three core objects. After lunch we cover kubectl essentials and then you build and deploy a real application yourself.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⌨️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 Essentials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76148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commands you will use every day — get, describe, apply, delete, logs, exec. We cover the 80% you need for 95% of your 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2860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276148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 nginx application, scale it to 3 replicas, expose it with a Service, update the image and roll back — all from scratch.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572768"/>
            <a:ext cx="2697480" cy="31546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☸️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 Next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276148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team moves to Track B, Day 1 adds ConfigMaps, Secrets and Namespaces. Day 2 adds RBAC, Helm and Monitoring.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End of Part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Training - Track A - Trainer Guide Part 2</dc:title>
  <dc:subject>PptxGenJS Presentation</dc:subject>
  <dc:creator>PptxGenJS</dc:creator>
  <cp:lastModifiedBy>PptxGenJS</cp:lastModifiedBy>
  <cp:revision>2</cp:revision>
  <dcterms:created xsi:type="dcterms:W3CDTF">2026-07-01T18:40:39Z</dcterms:created>
  <dcterms:modified xsi:type="dcterms:W3CDTF">2026-07-14T17:49:35Z</dcterms:modified>
</cp:coreProperties>
</file>