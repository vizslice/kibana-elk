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389120" cy="4389120"/>
          </a:xfrm>
          <a:prstGeom prst="ellipse">
            <a:avLst/>
          </a:prstGeom>
          <a:solidFill>
            <a:srgbClr val="0DB7ED">
              <a:alpha val="12000"/>
            </a:srgbClr>
          </a:solidFill>
          <a:ln w="12700">
            <a:solidFill>
              <a:srgbClr val="0DB7E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2560320" cy="2560320"/>
          </a:xfrm>
          <a:prstGeom prst="ellipse">
            <a:avLst/>
          </a:prstGeom>
          <a:solidFill>
            <a:srgbClr val="0DB7ED">
              <a:alpha val="10000"/>
            </a:srgbClr>
          </a:solidFill>
          <a:ln w="12700">
            <a:solidFill>
              <a:srgbClr val="0DB7ED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Programme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4572000" cy="27432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334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10 / 11  •  Docker Desktop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Day  •  Morning Teaching  •  Afternoon Lab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4015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— no prior Docker experience required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Training Material  —  Not for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1 DAY PROGRAMME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8321040" cy="749808"/>
          </a:xfrm>
          <a:prstGeom prst="roundRect">
            <a:avLst>
              <a:gd name="adj" fmla="val 12195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14984"/>
            <a:ext cx="1536192" cy="457200"/>
          </a:xfrm>
          <a:prstGeom prst="roundRect">
            <a:avLst>
              <a:gd name="adj" fmla="val 14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14984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– 10:25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67712" y="9418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Teaching Block 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267712" y="12710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Docker &amp; Why it Exists  •  Docker Architecture  •  Docker Images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941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709928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719072"/>
            <a:ext cx="1536192" cy="457200"/>
          </a:xfrm>
          <a:prstGeom prst="roundRect">
            <a:avLst>
              <a:gd name="adj" fmla="val 14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1907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10:25 – 10:35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67712" y="17830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☕  Break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276856"/>
            <a:ext cx="8321040" cy="749808"/>
          </a:xfrm>
          <a:prstGeom prst="roundRect">
            <a:avLst>
              <a:gd name="adj" fmla="val 12195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423160"/>
            <a:ext cx="1536192" cy="457200"/>
          </a:xfrm>
          <a:prstGeom prst="roundRect">
            <a:avLst>
              <a:gd name="adj" fmla="val 14000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231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10:35 – 12:00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67712" y="23500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Teaching Block 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267712" y="26791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Containers  •  Dockerfile Basics  •  Volumes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350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118104"/>
            <a:ext cx="8321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127248"/>
            <a:ext cx="1536192" cy="457200"/>
          </a:xfrm>
          <a:prstGeom prst="roundRect">
            <a:avLst>
              <a:gd name="adj" fmla="val 14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272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– 13:00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67712" y="31912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🍽️  Lunch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0" y="3191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685032"/>
            <a:ext cx="8321040" cy="749808"/>
          </a:xfrm>
          <a:prstGeom prst="roundRect">
            <a:avLst>
              <a:gd name="adj" fmla="val 1219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831336"/>
            <a:ext cx="1536192" cy="457200"/>
          </a:xfrm>
          <a:prstGeom prst="roundRect">
            <a:avLst>
              <a:gd name="adj" fmla="val 14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3133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 – 16:00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67712" y="37581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🔬  Lab — Hands-On Docker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267712" y="40873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&amp; inspect images  •  Run containers  •  Write a Dockerfile  •  Mount a volume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3758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1 Day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B7ED">
              <a:alpha val="10000"/>
            </a:srgbClr>
          </a:solidFill>
          <a:ln w="12700">
            <a:solidFill>
              <a:srgbClr val="0DB7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Docker?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problem Docker solves and why it exists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DOCKER SOLVES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What is Docker?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 works on my machine" — the most common phrase in software development, and the problem Docker was built to eliminate.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697480" cy="26974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" y="1938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32" y="25786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on Dev, Breaks in Production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3090672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uses Python 3.11. Production server has Python 3.8. The app crashes. Nobody knows why until hours of debugging.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828800"/>
            <a:ext cx="2697480" cy="26974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938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5786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Hell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3090672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 needs library version 1.2. App B needs the same library at version 2.0. They cannot both run on the same machine without conflict.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5896" y="1828800"/>
            <a:ext cx="2697480" cy="26974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0488" y="1938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90488" y="25786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Inconsistent Setup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3090672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member spends 2 days setting up their environment. They still hit issues the others never saw. Every machine is slightly different.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01: What is Docker?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DOCKER?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What is Docker?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is a platform that packages your application and everything it needs — code, runtime, libraries, config — into a single portable unit called a container.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8503920" cy="1170432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993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🚢  Real World Analogy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shipping containers, cargo was loaded piece by piece onto each ship — slow, inconsistent, and unreliable. The shipping container standardised everything. Docker does exactly the same for software — package once, run anywhere.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18688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291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Package Once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35844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your app and all its dependencies into one container image.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218688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3291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Run Anywhere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35844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container runs on your laptop, a colleague's machine, or a cloud server.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95928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Isolated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4361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don't interfere with each other or with the host system.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995928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73752" y="4069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Fast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73752" y="4361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start in seconds, not minutes like virtual machines.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01: What is Docker?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vs VIRTUAL MACHINES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What is Docker?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023360" cy="3858768"/>
          </a:xfrm>
          <a:prstGeom prst="roundRect">
            <a:avLst>
              <a:gd name="adj" fmla="val 23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🖥️  Virtual Machine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44475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447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947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OS (full)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4505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9535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4564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VM includes a full 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— GBs in 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to start (minutes)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isolation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2148840"/>
            <a:ext cx="731520" cy="7315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868680"/>
            <a:ext cx="4023360" cy="3858768"/>
          </a:xfrm>
          <a:prstGeom prst="roundRect">
            <a:avLst>
              <a:gd name="adj" fmla="val 2370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🐳  Docker Container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0" y="144475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14447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194767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194767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45059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24505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Engine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295351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29535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456432"/>
            <a:ext cx="3566160" cy="438912"/>
          </a:xfrm>
          <a:prstGeom prst="roundRect">
            <a:avLst>
              <a:gd name="adj" fmla="val 20833"/>
            </a:avLst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34564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host OS kernel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— MBs in 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in 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Process-level isolation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01: What is Docker?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B7ED">
              <a:alpha val="10000"/>
            </a:srgbClr>
          </a:solidFill>
          <a:ln w="12700">
            <a:solidFill>
              <a:srgbClr val="0DB7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Architecture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Docker works under the hood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•  Architecture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Client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 you type into.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run, docker build,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pull — all go 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86868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E0F7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Daemon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9933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background engine that does the real work — builds images, runs containers, manages storage.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868680"/>
            <a:ext cx="2697480" cy="1874520"/>
          </a:xfrm>
          <a:prstGeom prst="roundRect">
            <a:avLst>
              <a:gd name="adj" fmla="val 4878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0488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9048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Registry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0488" y="199339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images are stored and shared. Docker Hub is the default public registry.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35808" y="15361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62656" y="19019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97880" y="15361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24728" y="19019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/ push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218688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" y="3310128"/>
            <a:ext cx="1810512" cy="347472"/>
          </a:xfrm>
          <a:prstGeom prst="roundRect">
            <a:avLst>
              <a:gd name="adj" fmla="val 15789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31012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" y="370332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template. The blueprint.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96312" y="3218688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06040" y="3310128"/>
            <a:ext cx="1810512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331012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06040" y="370332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instance of an image.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72584" y="3218688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82312" y="3310128"/>
            <a:ext cx="181051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31012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82312" y="370332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 storage.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48856" y="3218688"/>
            <a:ext cx="2029968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58584" y="3310128"/>
            <a:ext cx="181051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8584" y="331012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58584" y="370332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containers communicate.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02: Docker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BEFORE WE CODE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•  Architecture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 →  Container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image is the blueprint (like a class). A container is a running instance (like an object). One image can run many containers at the same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Docker image is built from layers. Each instruction in a Dockerfile adds a layer. Layers are cached and shared between images — saving time and disk space.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51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 is the default public registry. It is like GitHub but for Docker images. You pull images from it and can push your own images to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02: Docker Architecture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Training - Student Deck</dc:title>
  <dc:subject>PptxGenJS Presentation</dc:subject>
  <dc:creator>PptxGenJS</dc:creator>
  <cp:lastModifiedBy>PptxGenJS</cp:lastModifiedBy>
  <cp:revision>1</cp:revision>
  <dcterms:created xsi:type="dcterms:W3CDTF">2026-07-01T11:40:40Z</dcterms:created>
  <dcterms:modified xsi:type="dcterms:W3CDTF">2026-07-01T11:40:40Z</dcterms:modified>
</cp:coreProperties>
</file>