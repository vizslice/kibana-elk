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Images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Pulling, inspecting, tagging and understanding layers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DOCKER IMAGE?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Docker Images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22960"/>
          </a:xfrm>
          <a:prstGeom prst="roundRect">
            <a:avLst>
              <a:gd name="adj" fmla="val 11111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Docker image is a read-only template containing everything needed to run an application — code, runtime, libraries, config — packaged into layers.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Images Are Built — Layers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4892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229514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96112" y="23317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807208"/>
            <a:ext cx="4892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" y="28620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6112" y="28986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74136"/>
            <a:ext cx="4892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42900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96112" y="34655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packages (requirements.txt)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941064"/>
            <a:ext cx="489204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" y="39959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995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6112" y="40325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OS (e.g. Ubuntu / Alpine)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45720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each instruction adds a layer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94960" y="1828800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32120" y="19019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Read-Only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223113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never change once built. You run containers from them.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394960" y="2852928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32120" y="292608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 Layers Are Shared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3255264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images using the same base OS share those layers — saving disk space.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3877056"/>
            <a:ext cx="342900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32120" y="395020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Tagged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32120" y="4279392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have names and tags: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nginx:latest  •  python:3.11-alpine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03: Docker Images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NAMING &amp; KEY COMMANDS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Docker Images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Naming Convention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749808"/>
          </a:xfrm>
          <a:prstGeom prst="roundRect">
            <a:avLst>
              <a:gd name="adj" fmla="val 1219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13533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[registry/][namespace/]repository[:tag]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682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e.g.    nginx:alpine    •    python:3.11-slim    •    ubuntu:22.04    •    myregistry.com/myteam/myapp:v1.0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Image Commands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542032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78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nginx:alpine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37760" y="2578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an image from Docker Hub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62072"/>
            <a:ext cx="85039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8986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28986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images stored locally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2186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nginx:alpine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3218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full image metadata as JSON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02152"/>
            <a:ext cx="85039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5387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history nginx:alpine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35387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layers that make up an image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22192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587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nginx:alpine my-nginx:v1.0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38587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tag pointing to the same image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42232"/>
            <a:ext cx="8503920" cy="31089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1788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rmi nginx:alpine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41788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 image from local storage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462272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4988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 prune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37760" y="44988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all unused / dangling images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03: Docker Images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VARIANTS &amp; BEST PRACTICES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Docker Images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Image Variant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80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91640" y="1280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11880" y="1280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56832" y="128016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1755648"/>
            <a:ext cx="1170432" cy="329184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7556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91640" y="1773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11880" y="17739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917 MB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773936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included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56832" y="17739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large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231136"/>
            <a:ext cx="8503920" cy="51206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322576"/>
            <a:ext cx="1170432" cy="329184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322576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23408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python:3.11-slim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11880" y="23408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MB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2340864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Smaller, Debian-based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56832" y="23408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some tools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798064"/>
            <a:ext cx="8503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889504"/>
            <a:ext cx="1170432" cy="329184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88950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Alpine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691640" y="2907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python:3.11-alpine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11880" y="29077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MB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92040" y="2907792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Smallest, fast to pull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56832" y="29077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compatibility trade-offs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use :latest in production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latest tag is overwritten whenever a new version is released. Use a specific version tag like nginx:1.25 so your deployments are reproducible and predictable.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Choose Alpine variants for smaller images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Alpine images are 70-95% smaller than full images. Smaller images pull faster, start faster and have a smaller attack surface for security vulnerabilities.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03: Docker Images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Running, managing and cleaning up containers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CONTAINER?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Docker Containers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container is a running instance of a Docker image. One image can produce many containers. Each container is isolated — its own filesystem, network and process space.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 →  Container  is like  Class  →  Object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Lifecycle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670048"/>
            <a:ext cx="1572768" cy="475488"/>
          </a:xfrm>
          <a:prstGeom prst="roundRect">
            <a:avLst>
              <a:gd name="adj" fmla="val 15385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700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create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11096" y="27797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39112" y="2670048"/>
            <a:ext cx="1572768" cy="475488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39112" y="26700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039112" y="31821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/ run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30168" y="27797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58184" y="2670048"/>
            <a:ext cx="1572768" cy="475488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58184" y="26700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758184" y="31821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pause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27797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77256" y="2670048"/>
            <a:ext cx="1572768" cy="475488"/>
          </a:xfrm>
          <a:prstGeom prst="roundRect">
            <a:avLst>
              <a:gd name="adj" fmla="val 1538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77256" y="26700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77256" y="31821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68312" y="2779776"/>
            <a:ext cx="146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96328" y="2670048"/>
            <a:ext cx="1572768" cy="475488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96328" y="26700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96328" y="3182112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Isolated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3941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filesystem, network and process space. Cannot see other containers.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61188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3666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Ephemeral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3941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inside a container is lost when removed. Use volumes for persistence.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270248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Fast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4599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in seconds. Run dozens on a single machine simultaneously.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4270248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43251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One Process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46320" y="4599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practice: one main process per container. Easier to scale and debug.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04: Docker Containers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RUN — THE MOST IMPORTANT COMMAND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Docker Containers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30352"/>
          </a:xfrm>
          <a:prstGeom prst="roundRect">
            <a:avLst>
              <a:gd name="adj" fmla="val 1724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[OPTIONS] IMAGE [COMMAND]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481328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5087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65376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19202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Detached — runs in background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9202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nginx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58568"/>
            <a:ext cx="8503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13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313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+ terminal — attach to container shell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3134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ubuntu bash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06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--name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27066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container a name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270662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--name webserver nginx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044952"/>
            <a:ext cx="8503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99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30998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mapping  host:container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309981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8080:80 nginx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438144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4930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17320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environment variable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0" y="3493008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-e MYSQL_ROOT_PASSWORD=pw mysql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831336"/>
            <a:ext cx="8503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886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417320" y="38862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Auto-remove container when it exits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88620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--rm ubuntu echo hello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4224528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279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--restart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417320" y="4279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policy (no / always / on-failure)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427939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--restart always nginx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04: Docker Containers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CONTAINERS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Docker Containers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96012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60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&amp; Inspect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953512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running containers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1792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953512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containers including stopped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inspect web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53512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container metadata as JSON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2633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stats web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95351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CPU, memory, network usage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top web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53512" y="3054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running inside container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960120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9601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web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88352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stopped container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19472" y="17922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web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88352" y="17922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stop (SIGTERM, 10s timeout)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19472" y="2212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restart web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388352" y="2212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then start again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9472" y="2633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kill web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88352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stop immediately (SIGKILL)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19472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pause web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88352" y="3054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container processes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0040" y="3273552"/>
            <a:ext cx="4114800" cy="1810512"/>
          </a:xfrm>
          <a:prstGeom prst="roundRect">
            <a:avLst>
              <a:gd name="adj" fmla="val 5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9768" y="336499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364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" y="3776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web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53512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container output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web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953512" y="4197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logs live (like tail -f)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4632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web bash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53512" y="4617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shell inside running container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273552"/>
            <a:ext cx="4114800" cy="1810512"/>
          </a:xfrm>
          <a:prstGeom prst="roundRect">
            <a:avLst>
              <a:gd name="adj" fmla="val 505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64608" y="3364992"/>
            <a:ext cx="2011680" cy="329184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64608" y="33649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9472" y="3776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web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88352" y="3776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stopped container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9472" y="4197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-f web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88352" y="4197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remove even if running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19472" y="4617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container prune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388352" y="4617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all stopped containers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04: Docker Containers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MAPPING &amp; RESOURCE LIMITS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Docker Containers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Mapping — -p host:container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8503920" cy="1389888"/>
          </a:xfrm>
          <a:prstGeom prst="roundRect">
            <a:avLst>
              <a:gd name="adj" fmla="val 6579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89888"/>
            <a:ext cx="2926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0DB7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Your Machine (Host)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755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8080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47872" y="166420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B7ED"/>
                </a:solidFill>
              </a:rPr>
              <a:t>→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01568" y="214884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34840" y="1389888"/>
            <a:ext cx="2926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53712" y="14447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 Container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17556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80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2834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8080:80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host 8080 to container 80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78892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8346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3306:3306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8346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— same port both sides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246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127.0.0.1:8080:80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246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expose on localhost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20040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32461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32461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 random host ports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6758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Limits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005072"/>
            <a:ext cx="8503920" cy="713232"/>
          </a:xfrm>
          <a:prstGeom prst="roundRect">
            <a:avLst>
              <a:gd name="adj" fmla="val 1282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" y="409651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 -m 512m  --cpus 1.5  --restart unless-stopped  -p 8080:80  myapp:v1.0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04: Docker Containers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CONTAINERS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Docker Containers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One process per container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one main process per container — e.g. one container for the web server, one for the database. Easier to scale, easier to debug, easier to update independently.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store important data inside a container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are ephemeral — everything inside is lost when the container is removed. Use Docker Volumes (coming next) for any data that needs to persist.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Always set restart policies in production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--restart unless-stopped so your containers come back automatically after a server reboot or crash. Without this, a reboot silently kills your services.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04: Docker Containers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DB7ED">
              <a:alpha val="8000"/>
            </a:srgbClr>
          </a:solidFill>
          <a:ln w="12700">
            <a:solidFill>
              <a:srgbClr val="0DB7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&amp; Containers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nginx:alpine and nginx:latest — compare their sizes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50008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nginx:alpine — find the exposed port and architecture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25496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docker run -d --name webserver -p 8080:80 nginx:alpine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00984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30098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http://localhost:8080 in a browser — confirm nginx is running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76472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live logs: docker logs -f webserver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51960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shell inside, then stop and remove: docker exec -it webserver sh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389120" cy="384048"/>
          </a:xfrm>
          <a:prstGeom prst="roundRect">
            <a:avLst>
              <a:gd name="adj" fmla="val 16667"/>
            </a:avLst>
          </a:prstGeom>
          <a:solidFill>
            <a:srgbClr val="0DB7ED">
              <a:alpha val="20000"/>
            </a:srgbClr>
          </a:solidFill>
          <a:ln w="12700">
            <a:solidFill>
              <a:srgbClr val="0DB7E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13:00 – 14:30  •  Day 1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NEXT — DOCKERFILE &amp; VOLUMES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pull, run and manage containers. Next we learn to build our own images and make data persist.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" y="276148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instructions to build your own custom image — your app, your dependencies, your config — packaged into a single portable image.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2860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Volumes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28416" y="276148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lose all data when removed. Volumes solve this — they persist data outside the container so your database survives restarts.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☸️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— Kubernetes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81344" y="276148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understand Docker images and containers, Kubernetes becomes the next step — orchestrating many containers at scale across many machines.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End of Section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Training - Step 2 - Images &amp; Containers</dc:title>
  <dc:subject>PptxGenJS Presentation</dc:subject>
  <dc:creator>PptxGenJS</dc:creator>
  <cp:lastModifiedBy>PptxGenJS</cp:lastModifiedBy>
  <cp:revision>1</cp:revision>
  <dcterms:created xsi:type="dcterms:W3CDTF">2026-07-01T11:48:14Z</dcterms:created>
  <dcterms:modified xsi:type="dcterms:W3CDTF">2026-07-01T11:48:14Z</dcterms:modified>
</cp:coreProperties>
</file>