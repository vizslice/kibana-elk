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10:35 (after break)
Say: 'Lens is Kibana's drag-and-drop chart builder. You pick a chart type, drag fields onto axes, and Kibana handles the Elasticsearch aggregation automatically. No Query DSL needed.'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10:35 – 10:52  (17 min)
LIVE DEMO — build 3 charts in Lens:
1. BAR CHART — Requests per hour:
   Visualise Library → Create → Lens
   Chart type: Bar
   X-axis: @timestamp (date histogram, 1 hour interval)
   Y-axis: Count
   → Shows request volume over time
2. PIE CHART — Status code distribution:
   Chart type: Pie
   Slice by: response (terms, top 5)
   Metric: Count
   → Shows 200 vs 404 vs 500 breakdown
3. METRIC — Total request count:
   Chart type: Metric
   Metric: Count
   → Single big number
Save each one — students will add them to a dashboard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10:52 – 11:05  (13 min)
LIVE DEMO — build the step-by-step bar chart:
Step 1: Visualise Library → Create → Lens
Step 2: Select Bar
Step 3: Drag @timestamp to X-axis
Step 4: Y-axis stays as Count
Step 5: Drag 'response' to 'Break down by' → stacked bars by status code
Step 6: Save as 'Requests by Status Code'
This one chart shows students the full Lens workflow. All other chart types follow the same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11:05
Say: 'Individual charts are useful. But the real power is combining them into a dashboard — one view that answers all the questions about your system at a glance. Response times, error rates, top URLs, traffic map — all on one screen.'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11:05 – 11:20  (15 min)
LIVE DEMO:
1. Dashboards → Create dashboard
2. Add from library → select the 3 charts from Lens
3. Arrange them: metric (total requests) top left, bar chart (requests over time) top right, pie (status codes) bottom left
4. Add a filter: response &gt;= 400 → all panels update to show only errors
5. Change time range: last 7 days → panels update
6. Share → copy the URL
Key insight: 'Notice how one filter on the dashboard affects all panels simultaneously. This is why dashboards are so powerful for incident investigation — change the time to when the incident started and all panels zoom in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11:20
Say: 'The final piece of the observability puzzle. Dashboards are reactive — you see what happened. Alerts are proactive — Kibana tells you when something is happening, before your users notice.'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11:20 – 11:40  (20 min)
LIVE DEMO — create an Elasticsearch query rule:
1. ☰ → Stack Management → Alerts and Insights → Rules → Create rule
2. Select: Elasticsearch query
3. Name: 'High 5xx Error Rate'
4. Define query: response &gt;= 500
5. Set condition: IS ABOVE 5 times in the last 5 minutes
6. Check every: 1 minute
7. Add action: Server log (no connector needed) OR Slack (if connector configured)
8. Save rule
For demo: lower threshold to 1 error, wait 1 minute, then generate a 500 by hitting a non-existent URL. The alert should fire.
Connector setup: Stack Management → Connectors → Create connector. Webhook connector works with any URL — great for Slack incoming webhooks (free) or testing with webhook.site.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11:40 – 11:52  (12 min)
Beats in production: 'In a real environment you would install Filebeat on every application server. It watches /var/log/ and ships new log lines to a central Logstash instance. Logstash parses them and ships to Elasticsearch. That is the full production ELK pipeline.'
For training: we used a file input in Logstash which simulates what Filebeat would do. The concept is identical.
Filebeat modules: 'Filebeat has pre-built modules for nginx, apache, MySQL, Elasticsearch, Docker, Kubernetes and 100+ others. Each module comes with pre-built Logstash parsers and Kibana dashboards. You can be collecting and visualising nginx logs in under 5 minutes using modules.'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11:52 – 12:00  (8 min — close before lunch)
ILM is critical for production cost management. Without it, Elasticsearch fills up disk indefinitely.
LIVE DEMO (quick):
Stack Management → Index Lifecycle Policies → Create policy
Show a basic policy: Hot (max 30 days) → Delete
Attach to index template (mention, don't demo in depth)
Key message: 'For training you can ignore ILM — your data is small. In production with gigabytes of logs per day, ILM is essential. Without it your disk fills up in days.'
LUNCH: 12:00 – 13:00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before lunch:
'After lunch you build your own dashboard from scratch using the Apache log data from yesterday. By end of today you will have a fully working ELK stack — logs coming in, being processed by Logstash, stored in Elasticsearch, and visualised in Kibana with an alert watching for errors.'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Visualisations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charts with drag-and-drop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— DRAG &amp; DROP CHART BUILDER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  •  Lens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translates your visual choices into Elasticsearch aggregations automatically. Drag a field onto an axis, choose a chart type, and your chart updates instantly.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Bar Chart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per hour, errors per day, top URLs by count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date_histogram or terms aggregation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66420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Line Chart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trends over time, error rate trend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date_histogram + avg aggregation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25896" y="166420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🥧  Pie / Donut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status codes, HTTP methods breakdown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63056" y="25786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terms aggregation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8152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Metric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838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requests, average response time, error count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count / avg / sum metric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72968" y="308152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Data 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34838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URLs by request count, top IPs by error count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terms aggregation + sub-aggs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25896" y="3081528"/>
            <a:ext cx="26974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63056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 Heatmap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63056" y="34838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volume by hour of day and day of week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ES: date_histogram on two time fields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14: Lens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CHART IN LENS —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  •  Lens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7840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960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Visualise Library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2801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 → Visualise Library → Create visualisation. This opens Lens. Select your data view (apache-logs-*).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784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30952" y="960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chart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0952" y="12801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left dropdown — Bar, Line, Pie, Metric, Data Table, Heatmap, Gauge. Start with Bar for time-series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" y="2286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X-axis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6060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@timestamp from the field list onto the Horizontal axis. Lens auto-selects date histogram. Set the interval (Auto, 1h, 1d).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04288"/>
            <a:ext cx="384048" cy="384048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2286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Y-axis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260604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Y-axis defaults to Count. Change to Average, Sum, Max, Min by clicking the metric and selecting a function. Drag a numeric field for the calculation.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3016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breakdown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393192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 field to 'Break down by' to split the chart. E.g. drag response → see a stacked bar chart with each status code as a separate colour.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6301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add to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30952" y="393192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Save and return. Choose Save and add to dashboard — creates a new dashboard with this chart, or add to an existing one.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14: Lens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visualisations into a live operations view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  •  Dashboards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combines multiple visualisations into one view. All panels share the same time range and KQL filter — changing the time picker or adding a filter affects every panel simultaneously.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77393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7190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19751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→ Create dashboard → Add from library. Select the visualisations saved in Section 14.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414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359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and resize panels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261518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panels to reorder. Drag the bottom-right corner to resize. Put the most important metrics at the top-left.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05409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filter or query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" y="325526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KQL bar at the top filters all panels simultaneously. Type response: 500 to see all panels filtered to 500 errors only.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69417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time range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" y="389534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panels update when you change the time picker. Click and drag on any histogram to zoom into a specific time range.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24528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4334256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dashboard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32688" y="453542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→ Get link → Snapshot URL: share the current state. Embed code: put the dashboard in another website. PDF/PNG: for reports.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956048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5047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340096"/>
            <a:ext cx="8229600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filter vs time-based filter: KQL in the search bar filters the data. Time picker selects the date range. Both work together.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15: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&amp; Rules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notified when something goes wrong —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— RULES &amp; CONNECTORS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16  •  Alerting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in Kibana has two parts: Rules (define when to trigger) and Connectors (define what to do when triggered — send email, post to Slack, call a webhook).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121408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Query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80360" y="2121408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KQL query on a schedule. Alert when the result count exceeds a threshold. Most flexible rule type.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2121408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response: 500 — alert if more than 10 in 5 minutes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779776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Alert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2779776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 index field value and alert when it crosses a threshold. Simple and fast to configure.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77977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Count of documents &gt; 1000 in last 10 minutes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43814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80360" y="3438144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Machine Learning to automatically detect unusual patterns. No threshold to set — ML learns what normal looks like.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43814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Unusual spike in 404 errors detected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4041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Connectors (what happens when alert fires)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64792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64792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64792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9544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9544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09544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54296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54296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54296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99048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📟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99048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43800" y="4407408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4380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43800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16: Alerting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— LIGHTWEIGHT DATA SHIPPERS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17  •  Beats 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are lightweight agents that run on your servers and ship data directly to Logstash or Elasticsearch. They are designed for one purpose — send one type of data — and are very efficient.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175564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F5A700"/>
          </a:solidFill>
          <a:ln w="12700">
            <a:solidFill>
              <a:srgbClr val="F5A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556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Filebeat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log files. The most common Beat. Reads log files and ships each line as a document. Supports hundreds of module configurations for nginx, apache, MySQL, Docker, Kubernetes etc.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3273552"/>
            <a:ext cx="2487168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" y="33284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filebeat.inputs: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" y="35112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type: log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" y="36941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paths: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1208" y="3877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/var/log/nginx/*.log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" y="40599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output.logstash: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1208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['logstash:5044']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72968" y="1664208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82696" y="175564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2696" y="17556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Metricbeat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157984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system metrics — CPU, memory, disk, network, running processes. Also collects metrics from services like MySQL, Redis, Elasticsearch itself, Docker containers.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82696" y="3273552"/>
            <a:ext cx="2487168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74136" y="33284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metricbeat.modules: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4136" y="35112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module: system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74136" y="36941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period: 10s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74136" y="3877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metricsets: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4136" y="40599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cpu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4136" y="42428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memory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74136" y="44256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diskio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25896" y="1664208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75564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7556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Packetbeat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2157984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Sniffs network packets and decodes protocols (HTTP, DNS, MySQL, Redis). Shows real-time request/response patterns without modifying application code.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35624" y="3273552"/>
            <a:ext cx="2487168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27064" y="332841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packetbeat.protocols: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27064" y="351129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27064" y="369417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[80, 8080, 443]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27064" y="387705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dns: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27064" y="4059936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[53]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17: Beats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LIFECYCLE MANAGEMENT (ILM)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18  •  ILM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6FAF9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 automates the lifecycle of your indices — moving data through hot, warm, cold and delete phases based on age or size. Essential for managing storage costs in production.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1755648"/>
          </a:xfrm>
          <a:prstGeom prst="roundRect">
            <a:avLst>
              <a:gd name="adj" fmla="val 52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737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LIFECYCLE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1536192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75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writes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searches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SSD storage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3591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85416" y="2029968"/>
            <a:ext cx="1536192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2075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85416" y="239572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frequent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85416" y="296265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slower disks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23591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67912" y="2029968"/>
            <a:ext cx="1536192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2075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67912" y="239572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accessed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67912" y="296265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storage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22392" y="23591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50408" y="2029968"/>
            <a:ext cx="1536192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2075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0408" y="239572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never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50408" y="296265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04888" y="2359152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32904" y="2029968"/>
            <a:ext cx="1536192" cy="896112"/>
          </a:xfrm>
          <a:prstGeom prst="roundRect">
            <a:avLst>
              <a:gd name="adj" fmla="val 8163"/>
            </a:avLst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2904" y="2075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32904" y="239572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removed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32904" y="296265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retention period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ILM Policy — 30 Day Retention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13632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" y="3977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 phase: rollover after 50GB or 30 days (whichever first)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" y="41970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 phase: begins immediately after rollover — shrink shards, read-only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44165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phase: after 7 days warm — move to cold tier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phase: after 30 days total — delete the index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18: ILM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 — LAB 2 AFTER LUNCH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you build a complete monitoring dashboard from your Day 1 Apache log data, create an alert, and optionally configure Filebeat.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Full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Data View, build 4 visualisations in Lens, combine them into a dashboard, apply KQL filters and save your 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Rule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Elasticsearch query rule that fires when 500 errors exceed a threshold. Configure an action to notify you.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— Filebeat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allows: install Filebeat locally, configure it to ship access.log to Logstash, and see live data appearing in your dashboard.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End of Part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2026-07-02T08:50:46Z</dcterms:created>
  <dcterms:modified xsi:type="dcterms:W3CDTF">2026-07-02T08:50:46Z</dcterms:modified>
</cp:coreProperties>
</file>