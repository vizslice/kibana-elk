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Day 2 — 09:00
Verify before teaching: docker-compose ps (all Up), curl localhost:9200/_cat/indices (shows apache-logs-* index with documents).
Opening: 'Yesterday you built the pipeline — logs → Logstash → Elasticsearch. Today is the payoff. Kibana connects to that Elasticsearch data and lets you search it, chart it and alert on it. All through a browser.'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09:05
Say: 'Kibana is the window into your Elasticsearch data. Before we dive into searching and visualising, let's take a 10-minute tour of the interface so you know where everything is.'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09:05 – 09:15  (10 min)
LIVE DEMO — open localhost:5601 and walk through each area:
1. Home — show the welcome screen and quick links
2. Discover — this is where we spend most of Day 2
3. Dashboards — show the empty state — students will build one in Lab 2
4. Stack Management → Data Views — students need this next
5. Dev Tools → Console — show a quick GET /_cluster/health
Mention: 'If you see a sample data prompt, we will use our own data from yesterday. Click X to dismiss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09:15
Say: 'Before Kibana can search your data, it needs to know which Elasticsearch index to look at. A Data View is how you tell Kibana: use apache-logs-* as my data source, and this field is the timestamp.'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09:15 – 09:28  (13 min)
LIVE DEMO — create the Data View:
1. Stack Management → Data Views → Create data view
2. Name: Apache Logs
3. Index pattern: apache-logs-*
4. Timestamp field: @timestamp
5. Save to Kibana
If students don't have Day 1 data: load Kibana sample data as backup:
Home → Try sample data → Sample web logs → Add data
This gives a similar dataset to work with.
After creating the data view, navigate to Discover — show the first document appearing in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09:28
Say: 'Discover is where you go when something has broken and you need to find out why. It gives you a full-text search interface over all your Elasticsearch data, with time filtering, field filtering and saved searches.'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09:28 – 09:44  (16 min)
LIVE DEMO — walk through each area:
1. Change time range to cover the dates of the sample log file (adjust to last 30 days or custom range)
2. Show the histogram — document count per time interval
3. Click a row to expand a document — show all fields
4. Click @timestamp in the field list → shows distribution
5. Click method field → shows GET, POST, PUT counts
6. Click the + icon on 'response' → adds it as a column in the table
7. Remove columns by clicking the X
Key tip: 'If you see 0 results, check your time range. The logs may be from a different date than your default Last 15 minutes.'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09:44
Say: 'The search bar in Discover uses KQL — Kibana Query Language. It is simpler than Elasticsearch Query DSL and lets you express complex filters in a readable way. Most of what you need is covered in the next 15 minutes.'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09:44 – 10:05  (21 min)
LIVE DEMO — type each query in the Discover search bar and show results updating:
response: 500                    # show 500 errors
response &gt;= 400                  # show all errors
method: GET and response: 200    # successful GETs
not method: GET                  # only non-GET requests
url: /api/*                      # only API calls
Show autocomplete: type 'res' → Kibana suggests 'response'. Press tab. Type ':' → Kibana suggests common values.
Saved search: after building a query, click Save → name it 'Server Errors 5xx' → students will use this in Lab 2.
BREAK: 10:25 – 10:35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_grokparsefailure tip is the most useful — students will inevitably have some malformed log lines that grok couldn't parse. This query finds them instantly.
The 'search all fields' tip surprises students — they expect to always need a field name. Useful for quick keyword searches across all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before the 10:25 break.
'After the break we build charts. Everything you have searched in Discover becomes a visualisation — and those visualisations become a live dashboard. By lunchtime you will have a working dashboard showing your Apache log data.'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943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Kibana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94360" y="208483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Search, Visualise, Alert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2670048"/>
            <a:ext cx="411480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83464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Day 1 data is waiting in Elasticsearch.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make it visible, meaningful and actionable.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611880"/>
            <a:ext cx="4754880" cy="475488"/>
          </a:xfrm>
          <a:prstGeom prst="roundRect">
            <a:avLst>
              <a:gd name="adj" fmla="val 1538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6118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http://localhost:5601 to begin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— PART 4 OF 6 — DAY 2 MORNING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Kibana Overview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tour, connecting to data, navigation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KIBANA INTERFACE — NAVIGATION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  •  Kibana Overview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Kibana's left sidebar gives you access to every feature. The main areas you will use are: Discover (search logs), Dashboards (visualise), and Management (configure).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697480" cy="896112"/>
          </a:xfrm>
          <a:prstGeom prst="roundRect">
            <a:avLst>
              <a:gd name="adj" fmla="val 102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627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 Home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and quick links to recent content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572768"/>
            <a:ext cx="2697480" cy="896112"/>
          </a:xfrm>
          <a:prstGeom prst="roundRect">
            <a:avLst>
              <a:gd name="adj" fmla="val 102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0128" y="1627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Discover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95681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filter raw log data — the starting point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1572768"/>
            <a:ext cx="2697480" cy="896112"/>
          </a:xfrm>
          <a:prstGeom prst="roundRect">
            <a:avLst>
              <a:gd name="adj" fmla="val 102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63056" y="1627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Dashboards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63056" y="195681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and create dashboards combining multiple visualisations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78608"/>
            <a:ext cx="2697480" cy="896112"/>
          </a:xfrm>
          <a:prstGeom prst="roundRect">
            <a:avLst>
              <a:gd name="adj" fmla="val 102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6334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Visualise Library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96265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manage standalone charts and panels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2968" y="2578608"/>
            <a:ext cx="2697480" cy="896112"/>
          </a:xfrm>
          <a:prstGeom prst="roundRect">
            <a:avLst>
              <a:gd name="adj" fmla="val 102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10128" y="26334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Maps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10128" y="296265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visualisations — plot IP addresses and locations on maps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25896" y="2578608"/>
            <a:ext cx="2697480" cy="896112"/>
          </a:xfrm>
          <a:prstGeom prst="roundRect">
            <a:avLst>
              <a:gd name="adj" fmla="val 102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63056" y="26334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Machine Learning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63056" y="296265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detection, forecasting, data frame analytics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584448"/>
            <a:ext cx="2697480" cy="896112"/>
          </a:xfrm>
          <a:prstGeom prst="roundRect">
            <a:avLst>
              <a:gd name="adj" fmla="val 102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6393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 Alerts &amp; Actions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96849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rules that trigger notifications when conditions are met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72968" y="3584448"/>
            <a:ext cx="2697480" cy="896112"/>
          </a:xfrm>
          <a:prstGeom prst="roundRect">
            <a:avLst>
              <a:gd name="adj" fmla="val 102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10128" y="36393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Stack Management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10128" y="396849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patterns, ILM policies, users, spaces, connectors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25896" y="3584448"/>
            <a:ext cx="2697480" cy="896112"/>
          </a:xfrm>
          <a:prstGeom prst="roundRect">
            <a:avLst>
              <a:gd name="adj" fmla="val 102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63056" y="36393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Dev Tools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63056" y="396849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(API calls), Search Profiler, Grok Debugger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10: Kibana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Views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Kibana to your Elasticsearch indices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DATA 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  •  Data Views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View (formerly Index Pattern) tells Kibana which Elasticsearch indices to read and which field contains the timestamp. It is the bridge between Kibana and your data.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828800"/>
            <a:ext cx="320040" cy="3200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7190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Stack Management → Data Views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2688" y="1993392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☰ menu → Stack Management → Kibana → Data Views → Create data view.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414016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578608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2468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index pattern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2743200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apache-logs-* (the wildcard * matches all daily indices like apache-logs-2024.01.25).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163824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332841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2186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timestamp field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2688" y="3493008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@timestamp as the time field. This tells Kibana which field to use for time-based filtering.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913632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4078224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0782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3968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and go to Discover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2688" y="4242816"/>
            <a:ext cx="7424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Save. Your data view is now available everywhere in Kibana. Navigate to Discover to start searching.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709160"/>
            <a:ext cx="8503920" cy="384048"/>
          </a:xfrm>
          <a:prstGeom prst="roundRect">
            <a:avLst>
              <a:gd name="adj" fmla="val 2381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TRAINER NOTE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5093208"/>
            <a:ext cx="8229600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index pattern shows 0 fields — Elasticsearch doesn't have that index yet. Check Lab 1 completed correctly: curl localhost:9200/_cat/indices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11: Data Views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and exploring your log data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— SEARCHING YOUR DATA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  •  Discover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shows all documents matching your current query, plotted on a time histogram. Every field is filterable. Results update in real time as you type.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627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Time Picker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right — set the time range: last 15 minutes, last 7 days, custom absolute range. All queries and charts respect this range.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572768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627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Histogram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38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of document count over time. Hover for exact counts. Click and drag to zoom into a specific time range.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41448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Document Table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807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is one log event. Click a row to expand the full document. Click a field name to add it as a column.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441448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 Field List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807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sidebar shows all available fields. Click a field to see the top 5 values and their counts. Click the + button to add as a column.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310128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364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 Saved Searches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675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your current query + columns + time range. Reuse in dashboards. Share with colleagues.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310128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3364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⬇️  Export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675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search results as CSV. Useful for sharing data with non-Kibana users.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12: Discover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KQL — Kibana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Language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your data like a pro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KQL — KIBANA QUERY LANGUAGE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13  •  KQL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KQL is the query language used in the Discover search bar and in all visualisations. It is simpler than Elasticsearch Query DSL and supports autocomplete — just start typing a field name.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850392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002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Type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57400" y="160020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KQL Syntax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40680" y="160020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Finds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938528"/>
            <a:ext cx="850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568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57400" y="195681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response: 500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40680" y="195681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documents where response equals 500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231136"/>
            <a:ext cx="85039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4942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search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57400" y="224942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message: error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40680" y="224942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where message contains 'error'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523744"/>
            <a:ext cx="850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4203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57400" y="254203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/api/*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40680" y="254203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URLs that start with /api/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816352"/>
            <a:ext cx="85039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83464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57400" y="2834640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&gt;= 400 and response &lt; 500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40680" y="283464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4xx status codes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108960"/>
            <a:ext cx="850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127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057400" y="312724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response: 500 and method: POST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40680" y="312724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requests that returned 500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401568"/>
            <a:ext cx="85039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41985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057400" y="341985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response: 400 or response: 404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40680" y="341985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or 404 responses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694176"/>
            <a:ext cx="850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71246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057400" y="371246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response: 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40680" y="371246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requests that are not 200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3986784"/>
            <a:ext cx="85039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00507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057400" y="400507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bytes: *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40680" y="400507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where the bytes field exists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4279392"/>
            <a:ext cx="850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29768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 match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057400" y="4297680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message: "connection refused"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40680" y="429768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phrase match in message field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" y="4572000"/>
            <a:ext cx="85039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59028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range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057400" y="459028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&gt;= 200 and response &lt; 300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440680" y="459028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2xx success responses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4892040"/>
            <a:ext cx="8503920" cy="292608"/>
          </a:xfrm>
          <a:prstGeom prst="roundRect">
            <a:avLst>
              <a:gd name="adj" fmla="val 31250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75488" y="4919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Autocomplete: Start typing a field name in the KQL bar → Kibana suggests field names and values. Press Tab to accept. Makes KQL much faster to write.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13: KQL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KQL — ADVANCED TIPS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Only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TRAINER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384048"/>
          </a:xfrm>
          <a:prstGeom prst="roundRect">
            <a:avLst>
              <a:gd name="adj" fmla="val 23810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these tips when students ask advanced questions. These are not in the core teaching but come up frequently.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27632"/>
            <a:ext cx="850392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550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165506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KQL Example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40680" y="165506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993392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482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_grokparsefailure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31720" y="204825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tags: _grokparsefailure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40680" y="204825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documents where grok failed to parse the log line. These have no structured fields.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450592"/>
            <a:ext cx="8503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5054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events in IP range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31720" y="250545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client_ip: 192.168.1.*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40680" y="250545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Wildcard on IP. Use geoip filter to add country/city for geo queries.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907792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9626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Lucene query syntax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31720" y="296265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message: "error" NOT "timeout"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40680" y="296265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from KQL to Lucene in the Discover filter for full Lucene syntax support.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364992"/>
            <a:ext cx="8503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4198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filter shortcut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31720" y="341985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@timestamp &gt; now-24h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40680" y="341985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time in KQL. Most users use the time picker instead.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822192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770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field values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31720" y="387705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response: (400 or 404 or 500)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40680" y="387705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multiple values for the same field — cleaner than repeating 'or response:'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279392"/>
            <a:ext cx="8503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3342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all fields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31720" y="433425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40680" y="433425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Omitting field name searches all text fields simultaneously.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KQL Advanced —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NEXT — VISUALISATIONS &amp; DASHBOARDS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Break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search and filter your data in Discover. Now we turn those searches into charts, and those charts into dashboards.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697480" cy="315468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" y="23042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 Visualisations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7889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chart builder. Bar charts of request counts, line charts of response times, pie charts of status code distribution — all from the same data.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1572768"/>
            <a:ext cx="2697480" cy="315468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2841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28416" y="23042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28416" y="27889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client IP addresses on a world map. See which countries your traffic comes from. Identify geographic patterns in your logs.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25896" y="1572768"/>
            <a:ext cx="2697480" cy="315468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81344" y="23042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1344" y="27889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all your visualisations into one view. Add time filters, drill-down links and annotations. Share with your team.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End of Part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2026-07-02T08:47:52Z</dcterms:created>
  <dcterms:modified xsi:type="dcterms:W3CDTF">2026-07-02T08:47:52Z</dcterms:modified>
</cp:coreProperties>
</file>